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11575"/>
            <a:ext cx="8946541" cy="1937913"/>
          </a:xfrm>
        </p:spPr>
        <p:txBody>
          <a:bodyPr/>
          <a:lstStyle/>
          <a:p>
            <a:r>
              <a:rPr lang="en-US" dirty="0"/>
              <a:t>Machine learning is a part of artificial intelligence. </a:t>
            </a:r>
          </a:p>
          <a:p>
            <a:r>
              <a:rPr lang="en-US" dirty="0"/>
              <a:t>It lets computers learn from data and get better over time without writing exact rules for every task. </a:t>
            </a:r>
          </a:p>
          <a:p>
            <a:r>
              <a:rPr lang="en-US" dirty="0"/>
              <a:t>Instead of hard-coding instructions, programmers feed data into a system so it can find patterns and make its own choices or guesses.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941DF-B370-4A92-9E10-66E722AFE9EB}"/>
              </a:ext>
            </a:extLst>
          </p:cNvPr>
          <p:cNvSpPr/>
          <p:nvPr/>
        </p:nvSpPr>
        <p:spPr>
          <a:xfrm>
            <a:off x="4231547" y="6101348"/>
            <a:ext cx="3728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Main types of deep learning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6111" y="3736524"/>
          <a:ext cx="10472463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821"/>
                <a:gridCol w="3490821"/>
                <a:gridCol w="3490821"/>
              </a:tblGrid>
              <a:tr h="458216">
                <a:tc>
                  <a:txBody>
                    <a:bodyPr/>
                    <a:lstStyle/>
                    <a:p>
                      <a:r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</a:tr>
              <a:tr h="458216">
                <a:tc>
                  <a:txBody>
                    <a:bodyPr/>
                    <a:lstStyle/>
                    <a:p>
                      <a:r>
                        <a:t>Convolutional Neural Networks (CNNs)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 grid data like images and video by detecting spatial patterns, edges, and textures.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1979</a:t>
                      </a:r>
                    </a:p>
                  </a:txBody>
                  <a:tcPr/>
                </a:tc>
              </a:tr>
              <a:tr h="458216">
                <a:tc>
                  <a:txBody>
                    <a:bodyPr/>
                    <a:lstStyle/>
                    <a:p>
                      <a:r>
                        <a:t>Recurrent Neural Networks (RNNs)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Handle sequential data like time series or speech by maintaining a hidden memory state over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1982</a:t>
                      </a:r>
                    </a:p>
                  </a:txBody>
                  <a:tcPr/>
                </a:tc>
              </a:tr>
              <a:tr h="458216">
                <a:tc>
                  <a:txBody>
                    <a:bodyPr/>
                    <a:lstStyle/>
                    <a:p>
                      <a:r>
                        <a:t>Long Short-Term Memory (LSTM)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 advanced type of RNN designed to remember long-term dependencies and avoid memory loss.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1997</a:t>
                      </a:r>
                    </a:p>
                  </a:txBody>
                  <a:tcPr/>
                </a:tc>
              </a:tr>
              <a:tr h="458216">
                <a:tc>
                  <a:txBody>
                    <a:bodyPr/>
                    <a:lstStyle/>
                    <a:p>
                      <a:r>
                        <a:t>Transformer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self-attention mechanisms to process words and long text sequences in parallel, powering modern large language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127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Definition and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8</cp:revision>
  <dcterms:created xsi:type="dcterms:W3CDTF">2026-08-15T14:53:17Z</dcterms:created>
  <dcterms:modified xsi:type="dcterms:W3CDTF">2026-08-19T20:09:19Z</dcterms:modified>
</cp:coreProperties>
</file>