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6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830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151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400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8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50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94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6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4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41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01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0831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52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58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27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1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00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D3765A2-6AE1-4C8F-B0F9-056CA68A945B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196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F7BF4-9937-46CB-A5E6-6DA5E050E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and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3BAE-1C73-46B9-A3E0-CC75F9FE6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97105"/>
            <a:ext cx="8946541" cy="1937913"/>
          </a:xfrm>
        </p:spPr>
        <p:txBody>
          <a:bodyPr/>
          <a:lstStyle/>
          <a:p>
            <a:r>
              <a:rPr lang="en-US" dirty="0"/>
              <a:t>Machine learning is a part of artificial intelligence. </a:t>
            </a:r>
          </a:p>
          <a:p>
            <a:r>
              <a:rPr lang="en-US" dirty="0"/>
              <a:t>It lets computers learn from data and get better over time without writing exact rules for every task. </a:t>
            </a:r>
          </a:p>
          <a:p>
            <a:r>
              <a:rPr lang="en-US" dirty="0"/>
              <a:t>Instead of hard-coding instructions, programmers feed data into a system so it can find patterns and make its own choices or guesses.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3A46F6-D17E-4B78-9E74-EA8109498C73}"/>
              </a:ext>
            </a:extLst>
          </p:cNvPr>
          <p:cNvSpPr txBox="1">
            <a:spLocks/>
          </p:cNvSpPr>
          <p:nvPr/>
        </p:nvSpPr>
        <p:spPr>
          <a:xfrm>
            <a:off x="1103311" y="4131366"/>
            <a:ext cx="8946541" cy="193791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Supervised learning: Uses data that already has the correct answers (labels) to teach the system how to predict outcomes for new data.</a:t>
            </a:r>
          </a:p>
          <a:p>
            <a:r>
              <a:rPr lang="en-US" dirty="0"/>
              <a:t>Unsupervised learning: Looks at data without any labels to find hidden groups or patterns on its own.</a:t>
            </a:r>
          </a:p>
          <a:p>
            <a:r>
              <a:rPr lang="en-US" dirty="0"/>
              <a:t>Reinforcement learning: Learns by trial and error, getting rewards for good moves and penalties for bad ones</a:t>
            </a:r>
          </a:p>
        </p:txBody>
      </p:sp>
    </p:spTree>
    <p:extLst>
      <p:ext uri="{BB962C8B-B14F-4D97-AF65-F5344CB8AC3E}">
        <p14:creationId xmlns:p14="http://schemas.microsoft.com/office/powerpoint/2010/main" val="11330665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</TotalTime>
  <Words>119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</vt:lpstr>
      <vt:lpstr>Definition and Types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Administrator</dc:creator>
  <cp:lastModifiedBy>Administrator</cp:lastModifiedBy>
  <cp:revision>9</cp:revision>
  <dcterms:created xsi:type="dcterms:W3CDTF">2026-08-15T14:53:17Z</dcterms:created>
  <dcterms:modified xsi:type="dcterms:W3CDTF">2026-08-20T23:43:10Z</dcterms:modified>
</cp:coreProperties>
</file>