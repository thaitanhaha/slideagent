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and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11575"/>
            <a:ext cx="8946541" cy="1937913"/>
          </a:xfrm>
        </p:spPr>
        <p:txBody>
          <a:bodyPr/>
          <a:lstStyle/>
          <a:p>
            <a:r>
              <a:rPr lang="en-US" dirty="0"/>
              <a:t>Machine learning is a part of artificial intelligence. </a:t>
            </a:r>
          </a:p>
          <a:p>
            <a:r>
              <a:rPr lang="en-US" dirty="0"/>
              <a:t>It lets computers learn from data and get better over time without writing exact rules for every task. </a:t>
            </a:r>
          </a:p>
          <a:p>
            <a:r>
              <a:rPr lang="en-US" dirty="0"/>
              <a:t>Instead of hard-coding instructions, programmers feed data into a system so it can find patterns and make its own choices or guesses.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2767B0-157E-4327-8F04-9699CB6BA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575992"/>
              </p:ext>
            </p:extLst>
          </p:nvPr>
        </p:nvGraphicFramePr>
        <p:xfrm>
          <a:off x="646111" y="3736524"/>
          <a:ext cx="10472463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054">
                  <a:extLst>
                    <a:ext uri="{9D8B030D-6E8A-4147-A177-3AD203B41FA5}">
                      <a16:colId xmlns:a16="http://schemas.microsoft.com/office/drawing/2014/main" val="3549458601"/>
                    </a:ext>
                  </a:extLst>
                </a:gridCol>
                <a:gridCol w="6626087">
                  <a:extLst>
                    <a:ext uri="{9D8B030D-6E8A-4147-A177-3AD203B41FA5}">
                      <a16:colId xmlns:a16="http://schemas.microsoft.com/office/drawing/2014/main" val="584151997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559023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6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Uses data that already has the correct answers (labels) to teach the system how to predict outcomes for new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1950s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28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Looks at data without any labels to find hidden groups or patterns on its own.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Learns by trial and error, getting rewards for good moves and penalties for bad 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93041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4941DF-B370-4A92-9E10-66E722AFE9EB}"/>
              </a:ext>
            </a:extLst>
          </p:cNvPr>
          <p:cNvSpPr/>
          <p:nvPr/>
        </p:nvSpPr>
        <p:spPr>
          <a:xfrm>
            <a:off x="4231547" y="6101348"/>
            <a:ext cx="3728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Main types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127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Definition and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8</cp:revision>
  <dcterms:created xsi:type="dcterms:W3CDTF">2026-08-15T14:53:17Z</dcterms:created>
  <dcterms:modified xsi:type="dcterms:W3CDTF">2026-08-19T20:09:19Z</dcterms:modified>
</cp:coreProperties>
</file>