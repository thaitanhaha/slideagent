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1" r:id="rId1"/>
  </p:sldMasterIdLst>
  <p:sldIdLst>
    <p:sldId id="257" r:id="rId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D3765A2-6AE1-4C8F-B0F9-056CA68A945B}"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684243-F9FE-41DD-B224-FBCA39C884B5}" type="slidenum">
              <a:rPr lang="en-US" smtClean="0"/>
              <a:t>‹#›</a:t>
            </a:fld>
            <a:endParaRPr lang="en-US"/>
          </a:p>
        </p:txBody>
      </p:sp>
    </p:spTree>
    <p:extLst>
      <p:ext uri="{BB962C8B-B14F-4D97-AF65-F5344CB8AC3E}">
        <p14:creationId xmlns:p14="http://schemas.microsoft.com/office/powerpoint/2010/main" val="12591627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8D3765A2-6AE1-4C8F-B0F9-056CA68A945B}"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684243-F9FE-41DD-B224-FBCA39C884B5}" type="slidenum">
              <a:rPr lang="en-US" smtClean="0"/>
              <a:t>‹#›</a:t>
            </a:fld>
            <a:endParaRPr lang="en-US"/>
          </a:p>
        </p:txBody>
      </p:sp>
    </p:spTree>
    <p:extLst>
      <p:ext uri="{BB962C8B-B14F-4D97-AF65-F5344CB8AC3E}">
        <p14:creationId xmlns:p14="http://schemas.microsoft.com/office/powerpoint/2010/main" val="41748303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D3765A2-6AE1-4C8F-B0F9-056CA68A945B}"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684243-F9FE-41DD-B224-FBCA39C884B5}" type="slidenum">
              <a:rPr lang="en-US" smtClean="0"/>
              <a:t>‹#›</a:t>
            </a:fld>
            <a:endParaRPr lang="en-US"/>
          </a:p>
        </p:txBody>
      </p:sp>
    </p:spTree>
    <p:extLst>
      <p:ext uri="{BB962C8B-B14F-4D97-AF65-F5344CB8AC3E}">
        <p14:creationId xmlns:p14="http://schemas.microsoft.com/office/powerpoint/2010/main" val="22811519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D3765A2-6AE1-4C8F-B0F9-056CA68A945B}" type="datetimeFigureOut">
              <a:rPr lang="en-US" smtClean="0"/>
              <a:t>8/21/2026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C684243-F9FE-41DD-B224-FBCA39C884B5}" type="slidenum">
              <a:rPr lang="en-US" smtClean="0"/>
              <a:t>‹#›</a:t>
            </a:fld>
            <a:endParaRPr lang="en-US"/>
          </a:p>
        </p:txBody>
      </p:sp>
    </p:spTree>
    <p:extLst>
      <p:ext uri="{BB962C8B-B14F-4D97-AF65-F5344CB8AC3E}">
        <p14:creationId xmlns:p14="http://schemas.microsoft.com/office/powerpoint/2010/main" val="17724005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D3765A2-6AE1-4C8F-B0F9-056CA68A945B}" type="datetimeFigureOut">
              <a:rPr lang="en-US" smtClean="0"/>
              <a:t>8/21/2026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C684243-F9FE-41DD-B224-FBCA39C884B5}" type="slidenum">
              <a:rPr lang="en-US" smtClean="0"/>
              <a:t>‹#›</a:t>
            </a:fld>
            <a:endParaRPr lang="en-US"/>
          </a:p>
        </p:txBody>
      </p:sp>
    </p:spTree>
    <p:extLst>
      <p:ext uri="{BB962C8B-B14F-4D97-AF65-F5344CB8AC3E}">
        <p14:creationId xmlns:p14="http://schemas.microsoft.com/office/powerpoint/2010/main" val="21330821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8D3765A2-6AE1-4C8F-B0F9-056CA68A945B}" type="datetimeFigureOut">
              <a:rPr lang="en-US" smtClean="0"/>
              <a:t>8/21/2026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AC684243-F9FE-41DD-B224-FBCA39C884B5}" type="slidenum">
              <a:rPr lang="en-US" smtClean="0"/>
              <a:t>‹#›</a:t>
            </a:fld>
            <a:endParaRPr lang="en-US"/>
          </a:p>
        </p:txBody>
      </p:sp>
    </p:spTree>
    <p:extLst>
      <p:ext uri="{BB962C8B-B14F-4D97-AF65-F5344CB8AC3E}">
        <p14:creationId xmlns:p14="http://schemas.microsoft.com/office/powerpoint/2010/main" val="22350506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8D3765A2-6AE1-4C8F-B0F9-056CA68A945B}" type="datetimeFigureOut">
              <a:rPr lang="en-US" smtClean="0"/>
              <a:t>8/21/2026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AC684243-F9FE-41DD-B224-FBCA39C884B5}" type="slidenum">
              <a:rPr lang="en-US" smtClean="0"/>
              <a:t>‹#›</a:t>
            </a:fld>
            <a:endParaRPr lang="en-US"/>
          </a:p>
        </p:txBody>
      </p:sp>
    </p:spTree>
    <p:extLst>
      <p:ext uri="{BB962C8B-B14F-4D97-AF65-F5344CB8AC3E}">
        <p14:creationId xmlns:p14="http://schemas.microsoft.com/office/powerpoint/2010/main" val="24588941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7" name="Date Placeholder 4"/>
          <p:cNvSpPr>
            <a:spLocks noGrp="1"/>
          </p:cNvSpPr>
          <p:nvPr>
            <p:ph type="dt" sz="half" idx="10"/>
          </p:nvPr>
        </p:nvSpPr>
        <p:spPr/>
        <p:txBody>
          <a:bodyPr/>
          <a:lstStyle/>
          <a:p>
            <a:fld id="{8D3765A2-6AE1-4C8F-B0F9-056CA68A945B}" type="datetimeFigureOut">
              <a:rPr lang="en-US" smtClean="0"/>
              <a:t>8/21/2026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AC684243-F9FE-41DD-B224-FBCA39C884B5}" type="slidenum">
              <a:rPr lang="en-US" smtClean="0"/>
              <a:t>‹#›</a:t>
            </a:fld>
            <a:endParaRPr lang="en-US"/>
          </a:p>
        </p:txBody>
      </p:sp>
    </p:spTree>
    <p:extLst>
      <p:ext uri="{BB962C8B-B14F-4D97-AF65-F5344CB8AC3E}">
        <p14:creationId xmlns:p14="http://schemas.microsoft.com/office/powerpoint/2010/main" val="20643689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8D3765A2-6AE1-4C8F-B0F9-056CA68A945B}" type="datetimeFigureOut">
              <a:rPr lang="en-US" smtClean="0"/>
              <a:t>8/21/2026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C684243-F9FE-41DD-B224-FBCA39C884B5}" type="slidenum">
              <a:rPr lang="en-US" smtClean="0"/>
              <a:t>‹#›</a:t>
            </a:fld>
            <a:endParaRPr lang="en-US"/>
          </a:p>
        </p:txBody>
      </p:sp>
    </p:spTree>
    <p:extLst>
      <p:ext uri="{BB962C8B-B14F-4D97-AF65-F5344CB8AC3E}">
        <p14:creationId xmlns:p14="http://schemas.microsoft.com/office/powerpoint/2010/main" val="3450942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8D3765A2-6AE1-4C8F-B0F9-056CA68A945B}" type="datetimeFigureOut">
              <a:rPr lang="en-US" smtClean="0"/>
              <a:t>8/21/2026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C684243-F9FE-41DD-B224-FBCA39C884B5}" type="slidenum">
              <a:rPr lang="en-US" smtClean="0"/>
              <a:t>‹#›</a:t>
            </a:fld>
            <a:endParaRPr lang="en-US"/>
          </a:p>
        </p:txBody>
      </p:sp>
    </p:spTree>
    <p:extLst>
      <p:ext uri="{BB962C8B-B14F-4D97-AF65-F5344CB8AC3E}">
        <p14:creationId xmlns:p14="http://schemas.microsoft.com/office/powerpoint/2010/main" val="23843411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8D3765A2-6AE1-4C8F-B0F9-056CA68A945B}"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684243-F9FE-41DD-B224-FBCA39C884B5}" type="slidenum">
              <a:rPr lang="en-US" smtClean="0"/>
              <a:t>‹#›</a:t>
            </a:fld>
            <a:endParaRPr lang="en-US"/>
          </a:p>
        </p:txBody>
      </p:sp>
    </p:spTree>
    <p:extLst>
      <p:ext uri="{BB962C8B-B14F-4D97-AF65-F5344CB8AC3E}">
        <p14:creationId xmlns:p14="http://schemas.microsoft.com/office/powerpoint/2010/main" val="26379013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8D3765A2-6AE1-4C8F-B0F9-056CA68A945B}"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684243-F9FE-41DD-B224-FBCA39C884B5}"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40208316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D3765A2-6AE1-4C8F-B0F9-056CA68A945B}"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684243-F9FE-41DD-B224-FBCA39C884B5}" type="slidenum">
              <a:rPr lang="en-US" smtClean="0"/>
              <a:t>‹#›</a:t>
            </a:fld>
            <a:endParaRPr lang="en-US"/>
          </a:p>
        </p:txBody>
      </p:sp>
    </p:spTree>
    <p:extLst>
      <p:ext uri="{BB962C8B-B14F-4D97-AF65-F5344CB8AC3E}">
        <p14:creationId xmlns:p14="http://schemas.microsoft.com/office/powerpoint/2010/main" val="33123525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8D3765A2-6AE1-4C8F-B0F9-056CA68A945B}" type="datetimeFigureOut">
              <a:rPr lang="en-US" smtClean="0"/>
              <a:t>8/21/2026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684243-F9FE-41DD-B224-FBCA39C884B5}" type="slidenum">
              <a:rPr lang="en-US" smtClean="0"/>
              <a:t>‹#›</a:t>
            </a:fld>
            <a:endParaRPr lang="en-US"/>
          </a:p>
        </p:txBody>
      </p:sp>
    </p:spTree>
    <p:extLst>
      <p:ext uri="{BB962C8B-B14F-4D97-AF65-F5344CB8AC3E}">
        <p14:creationId xmlns:p14="http://schemas.microsoft.com/office/powerpoint/2010/main" val="22554585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8D3765A2-6AE1-4C8F-B0F9-056CA68A945B}" type="datetimeFigureOut">
              <a:rPr lang="en-US" smtClean="0"/>
              <a:t>8/21/2026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684243-F9FE-41DD-B224-FBCA39C884B5}" type="slidenum">
              <a:rPr lang="en-US" smtClean="0"/>
              <a:t>‹#›</a:t>
            </a:fld>
            <a:endParaRPr lang="en-US"/>
          </a:p>
        </p:txBody>
      </p:sp>
    </p:spTree>
    <p:extLst>
      <p:ext uri="{BB962C8B-B14F-4D97-AF65-F5344CB8AC3E}">
        <p14:creationId xmlns:p14="http://schemas.microsoft.com/office/powerpoint/2010/main" val="42067272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D3765A2-6AE1-4C8F-B0F9-056CA68A945B}"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684243-F9FE-41DD-B224-FBCA39C884B5}" type="slidenum">
              <a:rPr lang="en-US" smtClean="0"/>
              <a:t>‹#›</a:t>
            </a:fld>
            <a:endParaRPr lang="en-US"/>
          </a:p>
        </p:txBody>
      </p:sp>
    </p:spTree>
    <p:extLst>
      <p:ext uri="{BB962C8B-B14F-4D97-AF65-F5344CB8AC3E}">
        <p14:creationId xmlns:p14="http://schemas.microsoft.com/office/powerpoint/2010/main" val="1793318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D3765A2-6AE1-4C8F-B0F9-056CA68A945B}"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684243-F9FE-41DD-B224-FBCA39C884B5}" type="slidenum">
              <a:rPr lang="en-US" smtClean="0"/>
              <a:t>‹#›</a:t>
            </a:fld>
            <a:endParaRPr lang="en-US"/>
          </a:p>
        </p:txBody>
      </p:sp>
    </p:spTree>
    <p:extLst>
      <p:ext uri="{BB962C8B-B14F-4D97-AF65-F5344CB8AC3E}">
        <p14:creationId xmlns:p14="http://schemas.microsoft.com/office/powerpoint/2010/main" val="176000276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9" Type="http://schemas.openxmlformats.org/officeDocument/2006/relationships/image" Target="../media/image2.png"/><Relationship Id="rId20" Type="http://schemas.openxmlformats.org/officeDocument/2006/relationships/image" Target="../media/image3.png"/><Relationship Id="rId21" Type="http://schemas.openxmlformats.org/officeDocument/2006/relationships/image" Target="../media/image4.png"/><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8D3765A2-6AE1-4C8F-B0F9-056CA68A945B}" type="datetimeFigureOut">
              <a:rPr lang="en-US" smtClean="0"/>
              <a:t>8/21/2026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AC684243-F9FE-41DD-B224-FBCA39C884B5}" type="slidenum">
              <a:rPr lang="en-US" smtClean="0"/>
              <a:t>‹#›</a:t>
            </a:fld>
            <a:endParaRPr lang="en-US"/>
          </a:p>
        </p:txBody>
      </p:sp>
    </p:spTree>
    <p:extLst>
      <p:ext uri="{BB962C8B-B14F-4D97-AF65-F5344CB8AC3E}">
        <p14:creationId xmlns:p14="http://schemas.microsoft.com/office/powerpoint/2010/main" val="3821119615"/>
      </p:ext>
    </p:extLst>
  </p:cSld>
  <p:clrMap bg1="dk1" tx1="lt1" bg2="dk2" tx2="lt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713" r:id="rId12"/>
    <p:sldLayoutId id="2147483714" r:id="rId13"/>
    <p:sldLayoutId id="2147483715" r:id="rId14"/>
    <p:sldLayoutId id="2147483716" r:id="rId15"/>
    <p:sldLayoutId id="2147483717" r:id="rId16"/>
    <p:sldLayoutId id="2147483718"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F7BF4-9937-46CB-A5E6-6DA5E050E3F3}"/>
              </a:ext>
            </a:extLst>
          </p:cNvPr>
          <p:cNvSpPr>
            <a:spLocks noGrp="1"/>
          </p:cNvSpPr>
          <p:nvPr>
            <p:ph type="title"/>
          </p:nvPr>
        </p:nvSpPr>
        <p:spPr/>
        <p:txBody>
          <a:bodyPr/>
          <a:lstStyle/>
          <a:p>
            <a:r>
              <a:rPr lang="en-US" dirty="0"/>
              <a:t>Definition and Types</a:t>
            </a:r>
          </a:p>
        </p:txBody>
      </p:sp>
      <p:sp>
        <p:nvSpPr>
          <p:cNvPr id="3" name="Content Placeholder 2">
            <a:extLst>
              <a:ext uri="{FF2B5EF4-FFF2-40B4-BE49-F238E27FC236}">
                <a16:creationId xmlns:a16="http://schemas.microsoft.com/office/drawing/2014/main" id="{EEE03BAE-1C73-46B9-A3E0-CC75F9FE6772}"/>
              </a:ext>
            </a:extLst>
          </p:cNvPr>
          <p:cNvSpPr>
            <a:spLocks noGrp="1"/>
          </p:cNvSpPr>
          <p:nvPr>
            <p:ph idx="1"/>
          </p:nvPr>
        </p:nvSpPr>
        <p:spPr>
          <a:xfrm>
            <a:off x="1103312" y="1597105"/>
            <a:ext cx="8946541" cy="1937913"/>
          </a:xfrm>
        </p:spPr>
        <p:txBody>
          <a:bodyPr/>
          <a:lstStyle/>
          <a:p>
            <a:r>
              <a:rPr lang="en-US" dirty="0"/>
              <a:t>Deep learning is a branch of machine learning that uses artificial neural networks with multiple layers to learn complex patterns from large amounts of data. Instead of relying on humans to define important features, deep learning models can automatically learn these features from the data. It is especially effective for tasks involving images, audio, text, and other complex data.</a:t>
            </a:r>
          </a:p>
        </p:txBody>
      </p:sp>
      <p:sp>
        <p:nvSpPr>
          <p:cNvPr id="6" name="Content Placeholder 2">
            <a:extLst>
              <a:ext uri="{FF2B5EF4-FFF2-40B4-BE49-F238E27FC236}">
                <a16:creationId xmlns:a16="http://schemas.microsoft.com/office/drawing/2014/main" id="{A73A46F6-D17E-4B78-9E74-EA8109498C73}"/>
              </a:ext>
            </a:extLst>
          </p:cNvPr>
          <p:cNvSpPr txBox="1">
            <a:spLocks/>
          </p:cNvSpPr>
          <p:nvPr/>
        </p:nvSpPr>
        <p:spPr>
          <a:xfrm>
            <a:off x="1103311" y="4131366"/>
            <a:ext cx="8946541" cy="1937913"/>
          </a:xfrm>
          <a:prstGeom prst="rect">
            <a:avLst/>
          </a:prstGeom>
        </p:spPr>
        <p:txBody>
          <a:bodyPr vert="horz" lIns="91440" tIns="45720" rIns="91440" bIns="45720" rtlCol="0">
            <a:normAutofit fontScale="92500" lnSpcReduction="10000"/>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r>
              <a:rPr lang="en-US" dirty="0"/>
              <a:t>Supervised deep learning: Uses labeled data to train neural networks for predicting outcomes on new inputs.  </a:t>
            </a:r>
          </a:p>
          <a:p>
            <a:r>
              <a:rPr lang="en-US" dirty="0"/>
              <a:t>Unsupervised deep learning: Analyzes unlabeled data to discover hidden structures and patterns autonomously.  </a:t>
            </a:r>
          </a:p>
          <a:p>
            <a:r>
              <a:rPr lang="en-US" dirty="0"/>
              <a:t>Reinforcement deep learning: Learns through trial and error, receiving rewards for desirable actions and penalties for bad ones.</a:t>
            </a:r>
          </a:p>
        </p:txBody>
      </p:sp>
    </p:spTree>
    <p:extLst>
      <p:ext uri="{BB962C8B-B14F-4D97-AF65-F5344CB8AC3E}">
        <p14:creationId xmlns:p14="http://schemas.microsoft.com/office/powerpoint/2010/main" val="113306658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15</TotalTime>
  <Words>119</Words>
  <Application>Microsoft Office PowerPoint</Application>
  <PresentationFormat>Widescreen</PresentationFormat>
  <Paragraphs>7</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Century Gothic</vt:lpstr>
      <vt:lpstr>Wingdings 3</vt:lpstr>
      <vt:lpstr>Ion</vt:lpstr>
      <vt:lpstr>Definition and Types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Machine Learning</dc:title>
  <dc:creator>Administrator</dc:creator>
  <cp:lastModifiedBy>Administrator</cp:lastModifiedBy>
  <cp:revision>9</cp:revision>
  <dcterms:created xsi:type="dcterms:W3CDTF">2026-08-15T14:53:17Z</dcterms:created>
  <dcterms:modified xsi:type="dcterms:W3CDTF">2026-08-20T23:43:10Z</dcterms:modified>
</cp:coreProperties>
</file>