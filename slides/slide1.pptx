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D272-2475-44E5-A052-B1D41E9F3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B8B3F-92F7-4C42-97DA-6BD7BEADF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is a great topic!</a:t>
            </a:r>
          </a:p>
        </p:txBody>
      </p:sp>
    </p:spTree>
    <p:extLst>
      <p:ext uri="{BB962C8B-B14F-4D97-AF65-F5344CB8AC3E}">
        <p14:creationId xmlns:p14="http://schemas.microsoft.com/office/powerpoint/2010/main" val="319151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is a part of artificial intelligence. </a:t>
            </a:r>
          </a:p>
          <a:p>
            <a:r>
              <a:rPr lang="en-US" dirty="0"/>
              <a:t>It lets computers learn from data and get better over time without writing exact rules for every task. </a:t>
            </a:r>
          </a:p>
          <a:p>
            <a:r>
              <a:rPr lang="en-US" dirty="0"/>
              <a:t>Instead of hard-coding instructions, programmers feed data into a system so it can find patterns and make its own choices or guesses.</a:t>
            </a:r>
          </a:p>
        </p:txBody>
      </p:sp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4D99-B280-46DA-8927-E213EF65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2B630-1F38-4321-9845-AB69F478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learning: Uses data that already has the correct answers (labels) to teach the system how to predict outcomes for new data.</a:t>
            </a:r>
          </a:p>
          <a:p>
            <a:r>
              <a:rPr lang="en-US" dirty="0"/>
              <a:t>Unsupervised learning: Looks at data without any labels to find hidden groups or patterns on its own.</a:t>
            </a:r>
          </a:p>
          <a:p>
            <a:r>
              <a:rPr lang="en-US" dirty="0"/>
              <a:t>Reinforcement learning: Learns by trial and error, getting rewards for good moves and penalties for bad ones</a:t>
            </a:r>
          </a:p>
        </p:txBody>
      </p:sp>
    </p:spTree>
    <p:extLst>
      <p:ext uri="{BB962C8B-B14F-4D97-AF65-F5344CB8AC3E}">
        <p14:creationId xmlns:p14="http://schemas.microsoft.com/office/powerpoint/2010/main" val="2169494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129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Introduction to Machine Learning</vt:lpstr>
      <vt:lpstr>Definition</vt:lpstr>
      <vt:lpstr>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2</cp:revision>
  <dcterms:created xsi:type="dcterms:W3CDTF">2026-08-15T14:53:17Z</dcterms:created>
  <dcterms:modified xsi:type="dcterms:W3CDTF">2026-08-15T14:58:28Z</dcterms:modified>
</cp:coreProperties>
</file>