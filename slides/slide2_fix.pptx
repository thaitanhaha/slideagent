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62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830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151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400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82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050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94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368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94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41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01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0831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525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58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7272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1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0027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2.png"/><Relationship Id="rId20" Type="http://schemas.openxmlformats.org/officeDocument/2006/relationships/image" Target="../media/image3.png"/><Relationship Id="rId21" Type="http://schemas.openxmlformats.org/officeDocument/2006/relationships/image" Target="../media/image4.png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D3765A2-6AE1-4C8F-B0F9-056CA68A945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84243-F9FE-41DD-B224-FBCA39C88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196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F7BF4-9937-46CB-A5E6-6DA5E050E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03BAE-1C73-46B9-A3E0-CC75F9FE6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TESSSTT.</a:t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133066584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</TotalTime>
  <Words>53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</vt:lpstr>
      <vt:lpstr>Definition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creator>Administrator</dc:creator>
  <cp:lastModifiedBy>Administrator</cp:lastModifiedBy>
  <cp:revision>3</cp:revision>
  <dcterms:created xsi:type="dcterms:W3CDTF">2026-08-15T14:53:17Z</dcterms:created>
  <dcterms:modified xsi:type="dcterms:W3CDTF">2026-08-15T18:22:31Z</dcterms:modified>
</cp:coreProperties>
</file>