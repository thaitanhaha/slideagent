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1" r:id="rId1"/>
  </p:sldMasterIdLst>
  <p:sldIdLst>
    <p:sldId id="257" r:id="rId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00" autoAdjust="0"/>
    <p:restoredTop sz="94660"/>
  </p:normalViewPr>
  <p:slideViewPr>
    <p:cSldViewPr snapToGrid="0">
      <p:cViewPr varScale="1">
        <p:scale>
          <a:sx n="72" d="100"/>
          <a:sy n="72" d="100"/>
        </p:scale>
        <p:origin x="660"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US"/>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D3765A2-6AE1-4C8F-B0F9-056CA68A945B}"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C684243-F9FE-41DD-B224-FBCA39C884B5}" type="slidenum">
              <a:rPr lang="en-US" smtClean="0"/>
              <a:t>‹#›</a:t>
            </a:fld>
            <a:endParaRPr lang="en-US"/>
          </a:p>
        </p:txBody>
      </p:sp>
    </p:spTree>
    <p:extLst>
      <p:ext uri="{BB962C8B-B14F-4D97-AF65-F5344CB8AC3E}">
        <p14:creationId xmlns:p14="http://schemas.microsoft.com/office/powerpoint/2010/main" val="12591627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p>
            <a:fld id="{8D3765A2-6AE1-4C8F-B0F9-056CA68A945B}"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C684243-F9FE-41DD-B224-FBCA39C884B5}" type="slidenum">
              <a:rPr lang="en-US" smtClean="0"/>
              <a:t>‹#›</a:t>
            </a:fld>
            <a:endParaRPr lang="en-US"/>
          </a:p>
        </p:txBody>
      </p:sp>
    </p:spTree>
    <p:extLst>
      <p:ext uri="{BB962C8B-B14F-4D97-AF65-F5344CB8AC3E}">
        <p14:creationId xmlns:p14="http://schemas.microsoft.com/office/powerpoint/2010/main" val="41748303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8D3765A2-6AE1-4C8F-B0F9-056CA68A945B}"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C684243-F9FE-41DD-B224-FBCA39C884B5}" type="slidenum">
              <a:rPr lang="en-US" smtClean="0"/>
              <a:t>‹#›</a:t>
            </a:fld>
            <a:endParaRPr lang="en-US"/>
          </a:p>
        </p:txBody>
      </p:sp>
    </p:spTree>
    <p:extLst>
      <p:ext uri="{BB962C8B-B14F-4D97-AF65-F5344CB8AC3E}">
        <p14:creationId xmlns:p14="http://schemas.microsoft.com/office/powerpoint/2010/main" val="22811519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8D3765A2-6AE1-4C8F-B0F9-056CA68A945B}" type="datetimeFigureOut">
              <a:rPr lang="en-US" smtClean="0"/>
              <a:t>8/16/2026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C684243-F9FE-41DD-B224-FBCA39C884B5}" type="slidenum">
              <a:rPr lang="en-US" smtClean="0"/>
              <a:t>‹#›</a:t>
            </a:fld>
            <a:endParaRPr lang="en-US"/>
          </a:p>
        </p:txBody>
      </p:sp>
    </p:spTree>
    <p:extLst>
      <p:ext uri="{BB962C8B-B14F-4D97-AF65-F5344CB8AC3E}">
        <p14:creationId xmlns:p14="http://schemas.microsoft.com/office/powerpoint/2010/main" val="17724005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D3765A2-6AE1-4C8F-B0F9-056CA68A945B}" type="datetimeFigureOut">
              <a:rPr lang="en-US" smtClean="0"/>
              <a:t>8/16/2026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C684243-F9FE-41DD-B224-FBCA39C884B5}" type="slidenum">
              <a:rPr lang="en-US" smtClean="0"/>
              <a:t>‹#›</a:t>
            </a:fld>
            <a:endParaRPr lang="en-US"/>
          </a:p>
        </p:txBody>
      </p:sp>
    </p:spTree>
    <p:extLst>
      <p:ext uri="{BB962C8B-B14F-4D97-AF65-F5344CB8AC3E}">
        <p14:creationId xmlns:p14="http://schemas.microsoft.com/office/powerpoint/2010/main" val="21330821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7" name="Date Placeholder 2"/>
          <p:cNvSpPr>
            <a:spLocks noGrp="1"/>
          </p:cNvSpPr>
          <p:nvPr>
            <p:ph type="dt" sz="half" idx="10"/>
          </p:nvPr>
        </p:nvSpPr>
        <p:spPr/>
        <p:txBody>
          <a:bodyPr/>
          <a:lstStyle/>
          <a:p>
            <a:fld id="{8D3765A2-6AE1-4C8F-B0F9-056CA68A945B}" type="datetimeFigureOut">
              <a:rPr lang="en-US" smtClean="0"/>
              <a:t>8/16/2026</a:t>
            </a:fld>
            <a:endParaRPr lang="en-US"/>
          </a:p>
        </p:txBody>
      </p:sp>
      <p:sp>
        <p:nvSpPr>
          <p:cNvPr id="5" name="Footer Placeholder 3"/>
          <p:cNvSpPr>
            <a:spLocks noGrp="1"/>
          </p:cNvSpPr>
          <p:nvPr>
            <p:ph type="ftr" sz="quarter" idx="11"/>
          </p:nvPr>
        </p:nvSpPr>
        <p:spPr/>
        <p:txBody>
          <a:bodyPr/>
          <a:lstStyle/>
          <a:p>
            <a:endParaRPr lang="en-US"/>
          </a:p>
        </p:txBody>
      </p:sp>
      <p:sp>
        <p:nvSpPr>
          <p:cNvPr id="6" name="Slide Number Placeholder 4"/>
          <p:cNvSpPr>
            <a:spLocks noGrp="1"/>
          </p:cNvSpPr>
          <p:nvPr>
            <p:ph type="sldNum" sz="quarter" idx="12"/>
          </p:nvPr>
        </p:nvSpPr>
        <p:spPr/>
        <p:txBody>
          <a:bodyPr/>
          <a:lstStyle/>
          <a:p>
            <a:fld id="{AC684243-F9FE-41DD-B224-FBCA39C884B5}" type="slidenum">
              <a:rPr lang="en-US" smtClean="0"/>
              <a:t>‹#›</a:t>
            </a:fld>
            <a:endParaRPr lang="en-US"/>
          </a:p>
        </p:txBody>
      </p:sp>
    </p:spTree>
    <p:extLst>
      <p:ext uri="{BB962C8B-B14F-4D97-AF65-F5344CB8AC3E}">
        <p14:creationId xmlns:p14="http://schemas.microsoft.com/office/powerpoint/2010/main" val="22350506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8D3765A2-6AE1-4C8F-B0F9-056CA68A945B}" type="datetimeFigureOut">
              <a:rPr lang="en-US" smtClean="0"/>
              <a:t>8/16/2026</a:t>
            </a:fld>
            <a:endParaRPr lang="en-US"/>
          </a:p>
        </p:txBody>
      </p:sp>
      <p:sp>
        <p:nvSpPr>
          <p:cNvPr id="5" name="Footer Placeholder 2"/>
          <p:cNvSpPr>
            <a:spLocks noGrp="1"/>
          </p:cNvSpPr>
          <p:nvPr>
            <p:ph type="ftr" sz="quarter" idx="11"/>
          </p:nvPr>
        </p:nvSpPr>
        <p:spPr/>
        <p:txBody>
          <a:bodyPr/>
          <a:lstStyle/>
          <a:p>
            <a:endParaRPr lang="en-US"/>
          </a:p>
        </p:txBody>
      </p:sp>
      <p:sp>
        <p:nvSpPr>
          <p:cNvPr id="6" name="Slide Number Placeholder 3"/>
          <p:cNvSpPr>
            <a:spLocks noGrp="1"/>
          </p:cNvSpPr>
          <p:nvPr>
            <p:ph type="sldNum" sz="quarter" idx="12"/>
          </p:nvPr>
        </p:nvSpPr>
        <p:spPr/>
        <p:txBody>
          <a:bodyPr/>
          <a:lstStyle/>
          <a:p>
            <a:fld id="{AC684243-F9FE-41DD-B224-FBCA39C884B5}" type="slidenum">
              <a:rPr lang="en-US" smtClean="0"/>
              <a:t>‹#›</a:t>
            </a:fld>
            <a:endParaRPr lang="en-US"/>
          </a:p>
        </p:txBody>
      </p:sp>
    </p:spTree>
    <p:extLst>
      <p:ext uri="{BB962C8B-B14F-4D97-AF65-F5344CB8AC3E}">
        <p14:creationId xmlns:p14="http://schemas.microsoft.com/office/powerpoint/2010/main" val="24588941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7" name="Date Placeholder 4"/>
          <p:cNvSpPr>
            <a:spLocks noGrp="1"/>
          </p:cNvSpPr>
          <p:nvPr>
            <p:ph type="dt" sz="half" idx="10"/>
          </p:nvPr>
        </p:nvSpPr>
        <p:spPr/>
        <p:txBody>
          <a:bodyPr/>
          <a:lstStyle/>
          <a:p>
            <a:fld id="{8D3765A2-6AE1-4C8F-B0F9-056CA68A945B}" type="datetimeFigureOut">
              <a:rPr lang="en-US" smtClean="0"/>
              <a:t>8/16/2026</a:t>
            </a:fld>
            <a:endParaRPr lang="en-US"/>
          </a:p>
        </p:txBody>
      </p:sp>
      <p:sp>
        <p:nvSpPr>
          <p:cNvPr id="5" name="Footer Placeholder 5"/>
          <p:cNvSpPr>
            <a:spLocks noGrp="1"/>
          </p:cNvSpPr>
          <p:nvPr>
            <p:ph type="ftr" sz="quarter" idx="11"/>
          </p:nvPr>
        </p:nvSpPr>
        <p:spPr/>
        <p:txBody>
          <a:bodyPr/>
          <a:lstStyle/>
          <a:p>
            <a:endParaRPr lang="en-US"/>
          </a:p>
        </p:txBody>
      </p:sp>
      <p:sp>
        <p:nvSpPr>
          <p:cNvPr id="6" name="Slide Number Placeholder 6"/>
          <p:cNvSpPr>
            <a:spLocks noGrp="1"/>
          </p:cNvSpPr>
          <p:nvPr>
            <p:ph type="sldNum" sz="quarter" idx="12"/>
          </p:nvPr>
        </p:nvSpPr>
        <p:spPr/>
        <p:txBody>
          <a:bodyPr/>
          <a:lstStyle/>
          <a:p>
            <a:fld id="{AC684243-F9FE-41DD-B224-FBCA39C884B5}" type="slidenum">
              <a:rPr lang="en-US" smtClean="0"/>
              <a:t>‹#›</a:t>
            </a:fld>
            <a:endParaRPr lang="en-US"/>
          </a:p>
        </p:txBody>
      </p:sp>
    </p:spTree>
    <p:extLst>
      <p:ext uri="{BB962C8B-B14F-4D97-AF65-F5344CB8AC3E}">
        <p14:creationId xmlns:p14="http://schemas.microsoft.com/office/powerpoint/2010/main" val="206436894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8D3765A2-6AE1-4C8F-B0F9-056CA68A945B}" type="datetimeFigureOut">
              <a:rPr lang="en-US" smtClean="0"/>
              <a:t>8/16/2026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C684243-F9FE-41DD-B224-FBCA39C884B5}" type="slidenum">
              <a:rPr lang="en-US" smtClean="0"/>
              <a:t>‹#›</a:t>
            </a:fld>
            <a:endParaRPr lang="en-US"/>
          </a:p>
        </p:txBody>
      </p:sp>
    </p:spTree>
    <p:extLst>
      <p:ext uri="{BB962C8B-B14F-4D97-AF65-F5344CB8AC3E}">
        <p14:creationId xmlns:p14="http://schemas.microsoft.com/office/powerpoint/2010/main" val="3450942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8D3765A2-6AE1-4C8F-B0F9-056CA68A945B}" type="datetimeFigureOut">
              <a:rPr lang="en-US" smtClean="0"/>
              <a:t>8/16/2026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C684243-F9FE-41DD-B224-FBCA39C884B5}" type="slidenum">
              <a:rPr lang="en-US" smtClean="0"/>
              <a:t>‹#›</a:t>
            </a:fld>
            <a:endParaRPr lang="en-US"/>
          </a:p>
        </p:txBody>
      </p:sp>
    </p:spTree>
    <p:extLst>
      <p:ext uri="{BB962C8B-B14F-4D97-AF65-F5344CB8AC3E}">
        <p14:creationId xmlns:p14="http://schemas.microsoft.com/office/powerpoint/2010/main" val="238434112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US"/>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4" name="Date Placeholder 3"/>
          <p:cNvSpPr>
            <a:spLocks noGrp="1"/>
          </p:cNvSpPr>
          <p:nvPr>
            <p:ph type="dt" sz="half" idx="10"/>
          </p:nvPr>
        </p:nvSpPr>
        <p:spPr/>
        <p:txBody>
          <a:bodyPr/>
          <a:lstStyle/>
          <a:p>
            <a:fld id="{8D3765A2-6AE1-4C8F-B0F9-056CA68A945B}"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C684243-F9FE-41DD-B224-FBCA39C884B5}" type="slidenum">
              <a:rPr lang="en-US" smtClean="0"/>
              <a:t>‹#›</a:t>
            </a:fld>
            <a:endParaRPr lang="en-US"/>
          </a:p>
        </p:txBody>
      </p:sp>
    </p:spTree>
    <p:extLst>
      <p:ext uri="{BB962C8B-B14F-4D97-AF65-F5344CB8AC3E}">
        <p14:creationId xmlns:p14="http://schemas.microsoft.com/office/powerpoint/2010/main" val="26379013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US"/>
              <a:t>Click to edit Master title style</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en-US"/>
              <a:t>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4" name="Date Placeholder 3"/>
          <p:cNvSpPr>
            <a:spLocks noGrp="1"/>
          </p:cNvSpPr>
          <p:nvPr>
            <p:ph type="dt" sz="half" idx="10"/>
          </p:nvPr>
        </p:nvSpPr>
        <p:spPr/>
        <p:txBody>
          <a:bodyPr/>
          <a:lstStyle/>
          <a:p>
            <a:fld id="{8D3765A2-6AE1-4C8F-B0F9-056CA68A945B}"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C684243-F9FE-41DD-B224-FBCA39C884B5}" type="slidenum">
              <a:rPr lang="en-US" smtClean="0"/>
              <a:t>‹#›</a:t>
            </a:fld>
            <a:endParaRPr lang="en-US"/>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402083163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8D3765A2-6AE1-4C8F-B0F9-056CA68A945B}"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C684243-F9FE-41DD-B224-FBCA39C884B5}" type="slidenum">
              <a:rPr lang="en-US" smtClean="0"/>
              <a:t>‹#›</a:t>
            </a:fld>
            <a:endParaRPr lang="en-US"/>
          </a:p>
        </p:txBody>
      </p:sp>
    </p:spTree>
    <p:extLst>
      <p:ext uri="{BB962C8B-B14F-4D97-AF65-F5344CB8AC3E}">
        <p14:creationId xmlns:p14="http://schemas.microsoft.com/office/powerpoint/2010/main" val="331235250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8D3765A2-6AE1-4C8F-B0F9-056CA68A945B}" type="datetimeFigureOut">
              <a:rPr lang="en-US" smtClean="0"/>
              <a:t>8/16/2026</a:t>
            </a:fld>
            <a:endParaRPr lang="en-US"/>
          </a:p>
        </p:txBody>
      </p:sp>
      <p:sp>
        <p:nvSpPr>
          <p:cNvPr id="4"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C684243-F9FE-41DD-B224-FBCA39C884B5}" type="slidenum">
              <a:rPr lang="en-US" smtClean="0"/>
              <a:t>‹#›</a:t>
            </a:fld>
            <a:endParaRPr lang="en-US"/>
          </a:p>
        </p:txBody>
      </p:sp>
    </p:spTree>
    <p:extLst>
      <p:ext uri="{BB962C8B-B14F-4D97-AF65-F5344CB8AC3E}">
        <p14:creationId xmlns:p14="http://schemas.microsoft.com/office/powerpoint/2010/main" val="225545853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8D3765A2-6AE1-4C8F-B0F9-056CA68A945B}" type="datetimeFigureOut">
              <a:rPr lang="en-US" smtClean="0"/>
              <a:t>8/16/2026</a:t>
            </a:fld>
            <a:endParaRPr lang="en-US"/>
          </a:p>
        </p:txBody>
      </p:sp>
      <p:sp>
        <p:nvSpPr>
          <p:cNvPr id="4"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C684243-F9FE-41DD-B224-FBCA39C884B5}" type="slidenum">
              <a:rPr lang="en-US" smtClean="0"/>
              <a:t>‹#›</a:t>
            </a:fld>
            <a:endParaRPr lang="en-US"/>
          </a:p>
        </p:txBody>
      </p:sp>
    </p:spTree>
    <p:extLst>
      <p:ext uri="{BB962C8B-B14F-4D97-AF65-F5344CB8AC3E}">
        <p14:creationId xmlns:p14="http://schemas.microsoft.com/office/powerpoint/2010/main" val="420672723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D3765A2-6AE1-4C8F-B0F9-056CA68A945B}"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C684243-F9FE-41DD-B224-FBCA39C884B5}" type="slidenum">
              <a:rPr lang="en-US" smtClean="0"/>
              <a:t>‹#›</a:t>
            </a:fld>
            <a:endParaRPr lang="en-US"/>
          </a:p>
        </p:txBody>
      </p:sp>
    </p:spTree>
    <p:extLst>
      <p:ext uri="{BB962C8B-B14F-4D97-AF65-F5344CB8AC3E}">
        <p14:creationId xmlns:p14="http://schemas.microsoft.com/office/powerpoint/2010/main" val="1793318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US"/>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D3765A2-6AE1-4C8F-B0F9-056CA68A945B}"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C684243-F9FE-41DD-B224-FBCA39C884B5}" type="slidenum">
              <a:rPr lang="en-US" smtClean="0"/>
              <a:t>‹#›</a:t>
            </a:fld>
            <a:endParaRPr lang="en-US"/>
          </a:p>
        </p:txBody>
      </p:sp>
    </p:spTree>
    <p:extLst>
      <p:ext uri="{BB962C8B-B14F-4D97-AF65-F5344CB8AC3E}">
        <p14:creationId xmlns:p14="http://schemas.microsoft.com/office/powerpoint/2010/main" val="176000276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 Id="rId19" Type="http://schemas.openxmlformats.org/officeDocument/2006/relationships/image" Target="../media/image2.png"/><Relationship Id="rId20" Type="http://schemas.openxmlformats.org/officeDocument/2006/relationships/image" Target="../media/image3.png"/><Relationship Id="rId21" Type="http://schemas.openxmlformats.org/officeDocument/2006/relationships/image" Target="../media/image4.png"/><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8D3765A2-6AE1-4C8F-B0F9-056CA68A945B}" type="datetimeFigureOut">
              <a:rPr lang="en-US" smtClean="0"/>
              <a:t>8/16/2026</a:t>
            </a:fld>
            <a:endParaRPr lang="en-US"/>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US"/>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AC684243-F9FE-41DD-B224-FBCA39C884B5}" type="slidenum">
              <a:rPr lang="en-US" smtClean="0"/>
              <a:t>‹#›</a:t>
            </a:fld>
            <a:endParaRPr lang="en-US"/>
          </a:p>
        </p:txBody>
      </p:sp>
    </p:spTree>
    <p:extLst>
      <p:ext uri="{BB962C8B-B14F-4D97-AF65-F5344CB8AC3E}">
        <p14:creationId xmlns:p14="http://schemas.microsoft.com/office/powerpoint/2010/main" val="3821119615"/>
      </p:ext>
    </p:extLst>
  </p:cSld>
  <p:clrMap bg1="dk1" tx1="lt1" bg2="dk2" tx2="lt2" accent1="accent1" accent2="accent2" accent3="accent3" accent4="accent4" accent5="accent5" accent6="accent6" hlink="hlink" folHlink="folHlink"/>
  <p:sldLayoutIdLst>
    <p:sldLayoutId id="2147483702" r:id="rId1"/>
    <p:sldLayoutId id="2147483703" r:id="rId2"/>
    <p:sldLayoutId id="2147483704" r:id="rId3"/>
    <p:sldLayoutId id="2147483705" r:id="rId4"/>
    <p:sldLayoutId id="2147483706" r:id="rId5"/>
    <p:sldLayoutId id="2147483707" r:id="rId6"/>
    <p:sldLayoutId id="2147483708" r:id="rId7"/>
    <p:sldLayoutId id="2147483709" r:id="rId8"/>
    <p:sldLayoutId id="2147483710" r:id="rId9"/>
    <p:sldLayoutId id="2147483711" r:id="rId10"/>
    <p:sldLayoutId id="2147483712" r:id="rId11"/>
    <p:sldLayoutId id="2147483713" r:id="rId12"/>
    <p:sldLayoutId id="2147483714" r:id="rId13"/>
    <p:sldLayoutId id="2147483715" r:id="rId14"/>
    <p:sldLayoutId id="2147483716" r:id="rId15"/>
    <p:sldLayoutId id="2147483717" r:id="rId16"/>
    <p:sldLayoutId id="2147483718" r:id="rId17"/>
  </p:sldLayoutIdLst>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BF7BF4-9937-46CB-A5E6-6DA5E050E3F3}"/>
              </a:ext>
            </a:extLst>
          </p:cNvPr>
          <p:cNvSpPr>
            <a:spLocks noGrp="1"/>
          </p:cNvSpPr>
          <p:nvPr>
            <p:ph type="title"/>
          </p:nvPr>
        </p:nvSpPr>
        <p:spPr/>
        <p:txBody>
          <a:bodyPr/>
          <a:lstStyle/>
          <a:p>
            <a:r>
              <a:t>Definition</a:t>
            </a:r>
          </a:p>
        </p:txBody>
      </p:sp>
      <p:sp>
        <p:nvSpPr>
          <p:cNvPr id="3" name="Content Placeholder 2">
            <a:extLst>
              <a:ext uri="{FF2B5EF4-FFF2-40B4-BE49-F238E27FC236}">
                <a16:creationId xmlns:a16="http://schemas.microsoft.com/office/drawing/2014/main" id="{EEE03BAE-1C73-46B9-A3E0-CC75F9FE6772}"/>
              </a:ext>
            </a:extLst>
          </p:cNvPr>
          <p:cNvSpPr>
            <a:spLocks noGrp="1"/>
          </p:cNvSpPr>
          <p:nvPr>
            <p:ph idx="1"/>
          </p:nvPr>
        </p:nvSpPr>
        <p:spPr/>
        <p:txBody>
          <a:bodyPr/>
          <a:lstStyle/>
          <a:p>
            <a:r>
              <a:t>Deep learning is a branch of machine learning that uses artificial neural networks with multiple layers to learn complex patterns from large amounts of data. Instead of relying on humans to define important features, deep learning models can automatically learn these features from the data. It is especially effective for tasks involving images, audio, text, and other complex data.</a:t>
            </a:r>
          </a:p>
          <a:p>
            <a:r>
              <a:rPr lang="en-US" dirty="0"/>
              <a:t/>
            </a:r>
          </a:p>
          <a:p>
            <a:r>
              <a:rPr lang="en-US" dirty="0"/>
              <a:t/>
            </a:r>
          </a:p>
        </p:txBody>
      </p:sp>
    </p:spTree>
    <p:extLst>
      <p:ext uri="{BB962C8B-B14F-4D97-AF65-F5344CB8AC3E}">
        <p14:creationId xmlns:p14="http://schemas.microsoft.com/office/powerpoint/2010/main" val="1133066584"/>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docProps/app.xml><?xml version="1.0" encoding="utf-8"?>
<Properties xmlns="http://schemas.openxmlformats.org/officeDocument/2006/extended-properties" xmlns:vt="http://schemas.openxmlformats.org/officeDocument/2006/docPropsVTypes">
  <Template>Ion</Template>
  <TotalTime>5</TotalTime>
  <Words>53</Words>
  <Application>Microsoft Office PowerPoint</Application>
  <PresentationFormat>Widescreen</PresentationFormat>
  <Paragraphs>4</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Century Gothic</vt:lpstr>
      <vt:lpstr>Wingdings 3</vt:lpstr>
      <vt:lpstr>Ion</vt:lpstr>
      <vt:lpstr>Definition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Machine Learning</dc:title>
  <dc:creator>Administrator</dc:creator>
  <cp:lastModifiedBy>Administrator</cp:lastModifiedBy>
  <cp:revision>3</cp:revision>
  <dcterms:created xsi:type="dcterms:W3CDTF">2026-08-15T14:53:17Z</dcterms:created>
  <dcterms:modified xsi:type="dcterms:W3CDTF">2026-08-15T18:22:31Z</dcterms:modified>
</cp:coreProperties>
</file>