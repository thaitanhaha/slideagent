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6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30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5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0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8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5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94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6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4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4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01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831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2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58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27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1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0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19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4D99-B280-46DA-8927-E213EF659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2B630-1F38-4321-9845-AB69F4784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learning: Uses data that already has the correct answers (labels) to teach the system how to predict outcomes for new data.</a:t>
            </a:r>
          </a:p>
          <a:p>
            <a:r>
              <a:rPr lang="en-US" dirty="0"/>
              <a:t>Unsupervised learning: Looks at data without any labels to find hidden groups or patterns on its own.</a:t>
            </a:r>
          </a:p>
          <a:p>
            <a:r>
              <a:rPr lang="en-US" dirty="0"/>
              <a:t>Reinforcement learning: Learns by trial and error, getting rewards for good moves and penalties for bad ones</a:t>
            </a:r>
          </a:p>
        </p:txBody>
      </p:sp>
    </p:spTree>
    <p:extLst>
      <p:ext uri="{BB962C8B-B14F-4D97-AF65-F5344CB8AC3E}">
        <p14:creationId xmlns:p14="http://schemas.microsoft.com/office/powerpoint/2010/main" val="2169494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65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</vt:lpstr>
      <vt:lpstr>Types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Administrator</dc:creator>
  <cp:lastModifiedBy>Administrator</cp:lastModifiedBy>
  <cp:revision>3</cp:revision>
  <dcterms:created xsi:type="dcterms:W3CDTF">2026-08-15T14:53:17Z</dcterms:created>
  <dcterms:modified xsi:type="dcterms:W3CDTF">2026-08-15T18:22:37Z</dcterms:modified>
</cp:coreProperties>
</file>