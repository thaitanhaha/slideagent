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6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30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15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00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8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5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94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6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4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41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01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0831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52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58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27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1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00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19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F7BF4-9937-46CB-A5E6-6DA5E050E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3BAE-1C73-46B9-A3E0-CC75F9FE6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is a part of artificial intelligence. </a:t>
            </a:r>
          </a:p>
          <a:p>
            <a:r>
              <a:rPr lang="en-US" dirty="0"/>
              <a:t>It lets computers learn from data and get better over time without writing exact rules for every task. </a:t>
            </a:r>
          </a:p>
          <a:p>
            <a:r>
              <a:rPr lang="en-US" dirty="0"/>
              <a:t>Instead of hard-coding instructions, programmers feed data into a system so it can find patterns and make its own choices or guesses.</a:t>
            </a:r>
          </a:p>
        </p:txBody>
      </p:sp>
    </p:spTree>
    <p:extLst>
      <p:ext uri="{BB962C8B-B14F-4D97-AF65-F5344CB8AC3E}">
        <p14:creationId xmlns:p14="http://schemas.microsoft.com/office/powerpoint/2010/main" val="11330665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53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</vt:lpstr>
      <vt:lpstr>Definition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Administrator</dc:creator>
  <cp:lastModifiedBy>Administrator</cp:lastModifiedBy>
  <cp:revision>3</cp:revision>
  <dcterms:created xsi:type="dcterms:W3CDTF">2026-08-15T14:53:17Z</dcterms:created>
  <dcterms:modified xsi:type="dcterms:W3CDTF">2026-08-15T18:22:31Z</dcterms:modified>
</cp:coreProperties>
</file>