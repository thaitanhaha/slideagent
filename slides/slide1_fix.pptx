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D272-2475-44E5-A052-B1D41E9F3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B8B3F-92F7-4C42-97DA-6BD7BEADF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 is a great topic!</a:t>
            </a:r>
          </a:p>
        </p:txBody>
      </p:sp>
    </p:spTree>
    <p:extLst>
      <p:ext uri="{BB962C8B-B14F-4D97-AF65-F5344CB8AC3E}">
        <p14:creationId xmlns:p14="http://schemas.microsoft.com/office/powerpoint/2010/main" val="3191518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BF4-9937-46CB-A5E6-6DA5E050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is a branch of machine learning that uses artificial neural networks with multiple layers to learn complex patterns from large amounts of 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3BAE-1C73-46B9-A3E0-CC75F9FE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is a branch of machine learning that uses artificial neural networks with multiple layers to learn complex patterns from large amounts of data.  </a:t>
            </a:r>
            <a:br/>
            <a:r>
              <a:t>Instead of relying on humans to define important features, deep learning models can automatically learn these features from the data.  </a:t>
            </a:r>
            <a:br/>
            <a:r>
              <a:t>It is especially effective for tasks involving images, audio, text, and other complex data.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33066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4D99-B280-46DA-8927-E213EF65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2B630-1F38-4321-9845-AB69F478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Networks: Models inspired by the structure of the human brain, consisting of interconnected nodes that process and learn from data.</a:t>
            </a:r>
            <a:br/>
            <a:r>
              <a:t>Deep Neural Networks: Neural networks with multiple hidden layers that can learn increasingly complex and abstract features.</a:t>
            </a:r>
            <a:br/>
            <a:r>
              <a:t>Backpropagation: A learning process that adjusts the network’s weights based on prediction errors, allowing the model to improve over time.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69494425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129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Introduction to Machine Learning</vt:lpstr>
      <vt:lpstr>Definition</vt:lpstr>
      <vt:lpstr>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2</cp:revision>
  <dcterms:created xsi:type="dcterms:W3CDTF">2026-08-15T14:53:17Z</dcterms:created>
  <dcterms:modified xsi:type="dcterms:W3CDTF">2026-08-15T14:58:28Z</dcterms:modified>
</cp:coreProperties>
</file>